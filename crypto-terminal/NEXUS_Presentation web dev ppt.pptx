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897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Trading Terminal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29260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trading dashboard with live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order book, portfolio &amp; news feed.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1371600"/>
            <a:ext cx="219456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06908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0233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Tracked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19456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37960" y="15087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Timeframes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2743200"/>
            <a:ext cx="219456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6908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194560" cy="109728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37960" y="2880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Contained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Project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—  Crypto Trading Terminal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846320" cy="34747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is a single-file, browser-based crypto trading terminal built with pure HTML, CSS and JavaScript. It replicates the look and feel of professional exchange dashboards with no build step required.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7121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advanced frontend skills — Chart.js integration, live DOM simulation, CSS Grid layout and a cohesive dark design system, all in one self-contained file.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96849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prototype only. Uses simulated price data. Designed for academic submission or portfolio showcase.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94960" y="1325880"/>
            <a:ext cx="3383280" cy="34747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577840" y="14813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32120" y="1920240"/>
            <a:ext cx="3063240" cy="384048"/>
          </a:xfrm>
          <a:prstGeom prst="rect">
            <a:avLst/>
          </a:prstGeom>
          <a:solidFill>
            <a:srgbClr val="0F1923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650992" y="19751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95160" y="19751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2395728"/>
            <a:ext cx="3063240" cy="384048"/>
          </a:xfrm>
          <a:prstGeom prst="rect">
            <a:avLst/>
          </a:prstGeom>
          <a:solidFill>
            <a:srgbClr val="0F1923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50992" y="2450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450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2871216"/>
            <a:ext cx="3063240" cy="384048"/>
          </a:xfrm>
          <a:prstGeom prst="rect">
            <a:avLst/>
          </a:prstGeom>
          <a:solidFill>
            <a:srgbClr val="0F1923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50992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951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346704"/>
            <a:ext cx="3063240" cy="384048"/>
          </a:xfrm>
          <a:prstGeom prst="rect">
            <a:avLst/>
          </a:prstGeom>
          <a:solidFill>
            <a:srgbClr val="0F1923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50992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95160" y="34015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Terminal UI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3822192"/>
            <a:ext cx="3063240" cy="384048"/>
          </a:xfrm>
          <a:prstGeom prst="rect">
            <a:avLst/>
          </a:prstGeom>
          <a:solidFill>
            <a:srgbClr val="0F1923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650992" y="3877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95160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Live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4297680"/>
            <a:ext cx="3063240" cy="384048"/>
          </a:xfrm>
          <a:prstGeom prst="rect">
            <a:avLst/>
          </a:prstGeom>
          <a:solidFill>
            <a:srgbClr val="0F1923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650992" y="4352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4352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(self-contained)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—  Crypto Trading Terminal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6908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4069080" cy="54864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Chart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019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Line + volume bars via Chart.js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2219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 timeframes (1m → 1W)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420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RSI, MACD, MA indicators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6908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69080" cy="54864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9019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14-level ask &amp; bid depth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219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Proportional depth bars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4203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spread badge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406908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40690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Tracker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6393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 holdings (BTC, ETH, SOL, BNB)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593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P&amp;L per holding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2793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Allocation bar charts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4069080" cy="1600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3108960"/>
            <a:ext cx="406908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&amp; Trade Feed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363931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Bull / Bear / Neutral tags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95935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Streaming trade history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27939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 UTC clock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—  Crypto Trading Terminal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965960" cy="2560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965960" cy="6400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1691640" cy="0"/>
          </a:xfrm>
          <a:prstGeom prst="line">
            <a:avLst/>
          </a:prstGeom>
          <a:noFill/>
          <a:ln w="9525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markup, single-file architecture, custom layouts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87168" y="1371600"/>
            <a:ext cx="1965960" cy="2560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487168" y="1371600"/>
            <a:ext cx="1965960" cy="6400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624328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624328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24328" y="2267712"/>
            <a:ext cx="1691640" cy="0"/>
          </a:xfrm>
          <a:prstGeom prst="line">
            <a:avLst/>
          </a:prstGeom>
          <a:noFill/>
          <a:ln w="9525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624328" y="2359152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variables, Grid, Flexbox, keyframe animations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08576" y="1371600"/>
            <a:ext cx="1965960" cy="2560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08576" y="1371600"/>
            <a:ext cx="196596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45736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745736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45736" y="2267712"/>
            <a:ext cx="1691640" cy="0"/>
          </a:xfrm>
          <a:prstGeom prst="line">
            <a:avLst/>
          </a:prstGeom>
          <a:noFill/>
          <a:ln w="9525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45736" y="2359152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DOM updates, setInterval live simulation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29984" y="1371600"/>
            <a:ext cx="1965960" cy="256032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729984" y="1371600"/>
            <a:ext cx="1965960" cy="64008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867144" y="15087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67144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67144" y="2267712"/>
            <a:ext cx="1691640" cy="0"/>
          </a:xfrm>
          <a:prstGeom prst="line">
            <a:avLst/>
          </a:prstGeom>
          <a:noFill/>
          <a:ln w="9525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67144" y="2359152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v4.4.1 — mixed line/bar chart, tooltips, responsive canvas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462272"/>
            <a:ext cx="1965960" cy="548640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65760" y="4462272"/>
            <a:ext cx="54864" cy="548640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12064" y="4507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" y="4736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step — open in any browser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87168" y="4462272"/>
            <a:ext cx="1965960" cy="548640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2487168" y="4462272"/>
            <a:ext cx="54864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633472" y="4507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Mono Font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33472" y="4736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Monospace reinforces terminal feel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08576" y="4462272"/>
            <a:ext cx="1965960" cy="548640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608576" y="4462272"/>
            <a:ext cx="54864" cy="5486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0" y="4507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0" y="4736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dark theme system-wide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29984" y="4462272"/>
            <a:ext cx="1965960" cy="548640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729984" y="4462272"/>
            <a:ext cx="54864" cy="548640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876288" y="450799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Framework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76288" y="473659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JS for maximum portability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—  Crypto Trading Terminal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Architecture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5669280" cy="347472"/>
          </a:xfrm>
          <a:prstGeom prst="rect">
            <a:avLst/>
          </a:prstGeom>
          <a:solidFill>
            <a:srgbClr val="16203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42646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Topbar — Ticker Strip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2743200" cy="3154680"/>
          </a:xfrm>
          <a:prstGeom prst="rect">
            <a:avLst/>
          </a:prstGeom>
          <a:solidFill>
            <a:srgbClr val="0D1B2A"/>
          </a:solidFill>
          <a:ln w="1524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grid-row: 1 /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chart + Volume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 tabs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/ MACD indicators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1737360"/>
            <a:ext cx="14173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0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0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· Mid · Bids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Trades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17720" y="1737360"/>
            <a:ext cx="14173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63440" y="190195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63440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Form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54680" y="3291840"/>
            <a:ext cx="288036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0" y="3493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00400" y="379476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Headlines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95604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grid-template-columns: 1fr  320px  280px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Map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1920240"/>
            <a:ext cx="2560320" cy="658368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63640" y="1920240"/>
            <a:ext cx="54864" cy="658368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19088" y="201168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Panel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left column, spans rows 1–2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2688336"/>
            <a:ext cx="2560320" cy="658368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54864" cy="658368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19088" y="277977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19088" y="305409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middle column, row 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456432"/>
            <a:ext cx="2560320" cy="658368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63640" y="345643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19088" y="354787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19088" y="38221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right column, row 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4224528"/>
            <a:ext cx="2560320" cy="658368"/>
          </a:xfrm>
          <a:prstGeom prst="rect">
            <a:avLst/>
          </a:prstGeom>
          <a:solidFill>
            <a:srgbClr val="162030"/>
          </a:solidFill>
          <a:ln w="635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63640" y="4224528"/>
            <a:ext cx="54864" cy="65836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19088" y="43159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Feed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19088" y="459028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row, columns 2 &amp; 3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—  Crypto Trading Terminal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Highlights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1572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Strip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coin in the top bar to switch the active pair and update all panels simultaneously.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371600"/>
            <a:ext cx="2651760" cy="1572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0" y="1371600"/>
            <a:ext cx="265176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3756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 Selector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8562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timeframe buttons (1m to 1W) regenerate the price chart on click with smooth transitions.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51760" cy="1572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/ Sell 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185623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between Buy and Sell mode. Quick-fill buttons (25%/50%/75%/MAX) auto-calculate amounts.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2651760" cy="1572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Toast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5935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trade shows an animated toast notification with pair, quantity and total value.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3108960"/>
            <a:ext cx="2651760" cy="1572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200400" y="3108960"/>
            <a:ext cx="2651760" cy="54864"/>
          </a:xfrm>
          <a:prstGeom prst="rect">
            <a:avLst/>
          </a:prstGeom>
          <a:solidFill>
            <a:srgbClr val="E8445A"/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Bars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935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rows display proportional background bars showing bid/ask liquidity at each level.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3108960"/>
            <a:ext cx="2651760" cy="1572768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35040" y="3108960"/>
            <a:ext cx="2651760" cy="5486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7220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Simulation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72200" y="35935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update every 1.8 seconds, driving real-time changes across ticker, book and portfolio.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62030"/>
          </a:solidFill>
          <a:ln w="12700">
            <a:solidFill>
              <a:srgbClr val="16203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 —  Crypto Trading Terminal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57200"/>
            <a:ext cx="9144000" cy="27432"/>
          </a:xfrm>
          <a:prstGeom prst="rect">
            <a:avLst/>
          </a:prstGeom>
          <a:solidFill>
            <a:srgbClr val="00C98D"/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046720" y="4892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690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475488" cy="475488"/>
          </a:xfrm>
          <a:prstGeom prst="ellipse">
            <a:avLst/>
          </a:prstGeom>
          <a:solidFill>
            <a:srgbClr val="00C98D">
              <a:alpha val="20000"/>
            </a:srgbClr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148132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79222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HTML file is opened in the browser. All CSS styles and JavaScript are embedded inline — no server or install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40690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800600" y="2816352"/>
            <a:ext cx="475488" cy="475488"/>
          </a:xfrm>
          <a:prstGeom prst="ellipse">
            <a:avLst/>
          </a:prstGeom>
          <a:solidFill>
            <a:srgbClr val="4A9EFF">
              <a:alpha val="20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13248" y="2670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Initialised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13248" y="298094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constants define 5 coins, 4 portfolio holdings, and 10 news items as the initial application state.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40690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4005072"/>
            <a:ext cx="475488" cy="475488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" y="38587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Render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16966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buildTicker(), buildChart(), buildOrderBook(), buildTrades(), buildPortfolio() and buildNews() all fire on load.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40690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00600" y="1627632"/>
            <a:ext cx="475488" cy="475488"/>
          </a:xfrm>
          <a:prstGeom prst="ellipse">
            <a:avLst/>
          </a:prstGeom>
          <a:solidFill>
            <a:srgbClr val="E8445A">
              <a:alpha val="20000"/>
            </a:srgbClr>
          </a:solidFill>
          <a:ln w="12700">
            <a:solidFill>
              <a:srgbClr val="E844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0060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13248" y="148132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Draws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179222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simulated candles are generated. Chart.js renders a mixed line + bar chart on the canvas element.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560320"/>
            <a:ext cx="40690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02920" y="2816352"/>
            <a:ext cx="475488" cy="475488"/>
          </a:xfrm>
          <a:prstGeom prst="ellipse">
            <a:avLst/>
          </a:prstGeom>
          <a:solidFill>
            <a:srgbClr val="00C98D">
              <a:alpha val="20000"/>
            </a:srgbClr>
          </a:solidFill>
          <a:ln w="12700">
            <a:solidFill>
              <a:srgbClr val="00C9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2920" y="2816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15568" y="26700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Loop Starts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298094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setInterval fires every 1,800ms — prices shift by ±0.08%, then all reactive panels re-render with new values.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749040"/>
            <a:ext cx="4069080" cy="1051560"/>
          </a:xfrm>
          <a:prstGeom prst="rect">
            <a:avLst/>
          </a:prstGeom>
          <a:solidFill>
            <a:srgbClr val="162030"/>
          </a:solidFill>
          <a:ln w="12700">
            <a:solidFill>
              <a:srgbClr val="1E30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4005072"/>
            <a:ext cx="475488" cy="475488"/>
          </a:xfrm>
          <a:prstGeom prst="ellipse">
            <a:avLst/>
          </a:prstGeom>
          <a:solidFill>
            <a:srgbClr val="4A9EFF">
              <a:alpha val="20000"/>
            </a:srgbClr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060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13248" y="38587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13248" y="4169664"/>
            <a:ext cx="3182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tickers, timeframes, buy/sell tabs, or quick-fill buttons triggers targeted DOM updates instantly.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746</Words>
  <Application>Microsoft Office PowerPoint</Application>
  <PresentationFormat>On-screen Show (16:9)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Crypto Trading Terminal</dc:title>
  <dc:subject>PptxGenJS Presentation</dc:subject>
  <dc:creator>PptxGenJS</dc:creator>
  <cp:lastModifiedBy>MOHIT JAISWAL</cp:lastModifiedBy>
  <cp:revision>3</cp:revision>
  <dcterms:created xsi:type="dcterms:W3CDTF">2026-03-21T14:53:36Z</dcterms:created>
  <dcterms:modified xsi:type="dcterms:W3CDTF">2026-03-23T07:00:07Z</dcterms:modified>
</cp:coreProperties>
</file>